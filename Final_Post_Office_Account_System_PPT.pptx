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/>
              <a:t>Post Office Account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Project PPT | Python + MySQL | SB / RD / TD | CIF + Aadhaar + Login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Manual post office account handling is time-consuming and error-prone</a:t>
            </a:r>
          </a:p>
          <a:p>
            <a:pPr>
              <a:defRPr sz="2000"/>
            </a:pPr>
            <a:r>
              <a:t>Need a secure, computerized system to manage customers and accounts</a:t>
            </a:r>
          </a:p>
          <a:p>
            <a:pPr>
              <a:defRPr sz="2000"/>
            </a:pPr>
            <a:r>
              <a:t>Maintain proper records for deposits, withdrawals, RD installments and maturity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Implement a secure login-based Post Office Account System</a:t>
            </a:r>
          </a:p>
          <a:p>
            <a:pPr>
              <a:defRPr sz="2000"/>
            </a:pPr>
            <a:r>
              <a:t>Generate CIF (Customer ID) and unique 12-digit account numbers</a:t>
            </a:r>
          </a:p>
          <a:p>
            <a:pPr>
              <a:defRPr sz="2000"/>
            </a:pPr>
            <a:r>
              <a:t>Support SB, RD and TD schemes with rule validations</a:t>
            </a:r>
          </a:p>
          <a:p>
            <a:pPr>
              <a:defRPr sz="2000"/>
            </a:pPr>
            <a:r>
              <a:t>Store and manage all data in MySQL with integrity constraints</a:t>
            </a:r>
          </a:p>
          <a:p>
            <a:pPr>
              <a:defRPr sz="2000"/>
            </a:pPr>
            <a:r>
              <a:t>Provide search, transactions logging and scheme information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Authentication Module (Postmaster/Clerk Login)</a:t>
            </a:r>
          </a:p>
          <a:p>
            <a:pPr>
              <a:defRPr sz="2000"/>
            </a:pPr>
            <a:r>
              <a:t>Customer (CIF) Management Module (Aadhaar based)</a:t>
            </a:r>
          </a:p>
          <a:p>
            <a:pPr>
              <a:defRPr sz="2000"/>
            </a:pPr>
            <a:r>
              <a:t>Account Opening Module (SB/RD/TD)</a:t>
            </a:r>
          </a:p>
          <a:p>
            <a:pPr>
              <a:defRPr sz="2000"/>
            </a:pPr>
            <a:r>
              <a:t>Transaction Module (Deposit/Withdraw/RD Installments/Transfers)</a:t>
            </a:r>
          </a:p>
          <a:p>
            <a:pPr>
              <a:defRPr sz="2000"/>
            </a:pPr>
            <a:r>
              <a:t>Interest &amp; Maturity Module (SB/RD/TD)</a:t>
            </a:r>
          </a:p>
          <a:p>
            <a:pPr>
              <a:defRPr sz="2000"/>
            </a:pPr>
            <a:r>
              <a:t>Search &amp; Reports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CIF-first flow: if CIF available → fetch customer details automatically</a:t>
            </a:r>
          </a:p>
          <a:p>
            <a:pPr>
              <a:defRPr sz="2000"/>
            </a:pPr>
            <a:r>
              <a:t>Aadhaar asked only for new customers (1 Aadhaar = 1 CIF)</a:t>
            </a:r>
          </a:p>
          <a:p>
            <a:pPr>
              <a:defRPr sz="2000"/>
            </a:pPr>
            <a:r>
              <a:t>One active SB account per customer rule enforced</a:t>
            </a:r>
          </a:p>
          <a:p>
            <a:pPr>
              <a:defRPr sz="2000"/>
            </a:pPr>
            <a:r>
              <a:t>Scheme-wise operations through Schemes Menu</a:t>
            </a:r>
          </a:p>
          <a:p>
            <a:pPr>
              <a:defRPr sz="2000"/>
            </a:pPr>
            <a:r>
              <a:t>Validation: mobile 10 digits, Aadhaar 12 digits, status checks (Active/Closed)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Account &amp; CIF Numbering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Customer ID (CIF): 10 digits (auto-generated)</a:t>
            </a:r>
          </a:p>
          <a:p>
            <a:pPr>
              <a:defRPr sz="2000"/>
            </a:pPr>
            <a:r>
              <a:t>Account Number: 12 digits with scheme prefix</a:t>
            </a:r>
          </a:p>
          <a:p>
            <a:pPr>
              <a:defRPr sz="2000"/>
            </a:pPr>
            <a:r>
              <a:t>SB: 010xxxxxxxxx | RD: 020xxxxxxxxx | TD: 030xxxxxxxxx</a:t>
            </a:r>
          </a:p>
          <a:p>
            <a:pPr>
              <a:defRPr sz="2000"/>
            </a:pPr>
            <a:r>
              <a:t>Ensures uniqueness using database + random generation checks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Interest Rates (1 Oct 2025 – 31 Dec 2025)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Savings Bank (SB): 4.0% Compound interest (time input in months)</a:t>
            </a:r>
          </a:p>
          <a:p>
            <a:pPr>
              <a:defRPr sz="2000"/>
            </a:pPr>
            <a:r>
              <a:t>Recurring Deposit (RD): 6.7% monthly compounding</a:t>
            </a:r>
          </a:p>
          <a:p>
            <a:pPr>
              <a:defRPr sz="2000"/>
            </a:pPr>
            <a:r>
              <a:t>Time Deposit (TD): 6.9% for 1 year maturity (credited to SB)</a:t>
            </a:r>
          </a:p>
          <a:p>
            <a:pPr>
              <a:defRPr sz="2000"/>
            </a:pPr>
            <a:r>
              <a:t>Premature RD closure allowed after 36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Database Design (MySQL)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users: login credentials (hashed password), role, status</a:t>
            </a:r>
          </a:p>
          <a:p>
            <a:pPr>
              <a:defRPr sz="2000"/>
            </a:pPr>
            <a:r>
              <a:t>customers: customer_id (CIF), aadhaar (unique), name, address, mobile</a:t>
            </a:r>
          </a:p>
          <a:p>
            <a:pPr>
              <a:defRPr sz="2000"/>
            </a:pPr>
            <a:r>
              <a:t>accounts: acc_no, customer_id, acc_type, balance, status</a:t>
            </a:r>
          </a:p>
          <a:p>
            <a:pPr>
              <a:defRPr sz="2000"/>
            </a:pPr>
            <a:r>
              <a:t>rd_details: acc_no, monthly_amount, months_completed</a:t>
            </a:r>
          </a:p>
          <a:p>
            <a:pPr>
              <a:defRPr sz="2000"/>
            </a:pPr>
            <a:r>
              <a:t>transactions: txn_id, acc_no, txn_type, amount, datetime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Security &amp; Validations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Login required before accessing the system (3 attempts limit)</a:t>
            </a:r>
          </a:p>
          <a:p>
            <a:pPr>
              <a:defRPr sz="2000"/>
            </a:pPr>
            <a:r>
              <a:t>Passwords stored as SHA256 hashes</a:t>
            </a:r>
          </a:p>
          <a:p>
            <a:pPr>
              <a:defRPr sz="2000"/>
            </a:pPr>
            <a:r>
              <a:t>Graceful exit on Ctrl+C without red traceback</a:t>
            </a:r>
          </a:p>
          <a:p>
            <a:pPr>
              <a:defRPr sz="2000"/>
            </a:pPr>
            <a:r>
              <a:t>No deposit/withdraw on closed accounts</a:t>
            </a:r>
          </a:p>
          <a:p>
            <a:pPr>
              <a:defRPr sz="2000"/>
            </a:pPr>
            <a:r>
              <a:t>SB deposit/withdraw restricted to SB only (RD has separate installment option)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Schemes Menu (RD/SB/TD)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RD Menu: installment deposit, compound interest, schedule, maturity transfer, info</a:t>
            </a:r>
          </a:p>
          <a:p>
            <a:pPr>
              <a:defRPr sz="2000"/>
            </a:pPr>
            <a:r>
              <a:t>SB Menu: deposit, withdraw, interest, closure, info</a:t>
            </a:r>
          </a:p>
          <a:p>
            <a:pPr>
              <a:defRPr sz="2000"/>
            </a:pPr>
            <a:r>
              <a:t>TD Menu: interest, maturity transfer to SB, info</a:t>
            </a:r>
          </a:p>
          <a:p>
            <a:pPr>
              <a:defRPr sz="2000"/>
            </a:pPr>
            <a:r>
              <a:t>Each scheme has its own rules and validations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Test Data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 dataset contains customers, accounts, RD details and transactions</a:t>
            </a:r>
          </a:p>
          <a:p>
            <a:pPr>
              <a:defRPr sz="2000"/>
            </a:pPr>
            <a:r>
              <a:t>SQL script can be imported without deleting existing data (INSERT IGNORE)</a:t>
            </a:r>
          </a:p>
          <a:p>
            <a:pPr>
              <a:defRPr sz="2000"/>
            </a:pPr>
            <a:r>
              <a:t>Data can be exported using mysqldump for use on other PCs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Install dependency: pip install mysql-connector-python</a:t>
            </a:r>
          </a:p>
          <a:p>
            <a:pPr>
              <a:defRPr sz="2000"/>
            </a:pPr>
            <a:r>
              <a:t>Start MySQL server on port 3307</a:t>
            </a:r>
          </a:p>
          <a:p>
            <a:pPr>
              <a:defRPr sz="2000"/>
            </a:pPr>
            <a:r>
              <a:t>Run schema SQL and insert default user (postmaster/1234)</a:t>
            </a:r>
          </a:p>
          <a:p>
            <a:pPr>
              <a:defRPr sz="2000"/>
            </a:pPr>
            <a:r>
              <a:t>Execute: python post_office.py</a:t>
            </a:r>
          </a:p>
          <a:p>
            <a:pPr>
              <a:defRPr sz="2000"/>
            </a:pPr>
            <a:r>
              <a:t>Login → Use Main Menu and Schemes Menu options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GUI version using Tkinter for forms and dashboard</a:t>
            </a:r>
          </a:p>
          <a:p>
            <a:pPr>
              <a:defRPr sz="2000"/>
            </a:pPr>
            <a:r>
              <a:t>Digital signature upload &amp; verification during withdrawal</a:t>
            </a:r>
          </a:p>
          <a:p>
            <a:pPr>
              <a:defRPr sz="2000"/>
            </a:pPr>
            <a:r>
              <a:t>PDF forms repository for SB/RD/TD operations (offline access)</a:t>
            </a:r>
          </a:p>
          <a:p>
            <a:pPr>
              <a:defRPr sz="2000"/>
            </a:pPr>
            <a:r>
              <a:t>Role-based user management and audit log reports</a:t>
            </a:r>
          </a:p>
          <a:p>
            <a:pPr>
              <a:defRPr sz="2000"/>
            </a:pPr>
            <a:r>
              <a:t>Export monthly statements to PDF/Excel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project successfully demonstrates a real-world Post Office banking workflow</a:t>
            </a:r>
          </a:p>
          <a:p>
            <a:pPr>
              <a:defRPr sz="2000"/>
            </a:pPr>
            <a:r>
              <a:t>CIF + Aadhaar mapping improves customer management and reduces duplicates</a:t>
            </a:r>
          </a:p>
          <a:p>
            <a:pPr>
              <a:defRPr sz="2000"/>
            </a:pPr>
            <a:r>
              <a:t>MySQL backend ensures reliable storage and retrieval of records</a:t>
            </a:r>
          </a:p>
          <a:p>
            <a:pPr>
              <a:defRPr sz="2000"/>
            </a:pPr>
            <a:r>
              <a:t>System is scalable and can be extended to full GUI + reporting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